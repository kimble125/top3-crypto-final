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EA81E-9766-4227-AC79-653501F10FA1}" v="7" dt="2026-10-21T04:24:38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FCA12-F2C0-423C-A4A4-797C6A70EFF9}" type="datetimeFigureOut"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A0F49-BBB2-4027-80BA-A4569574B22B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66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인사. 비트코인·이더리움·리플이 지금 Long 쪽인지 Short 쪽인지 4시간마다 한 화면에. 팀 소개 한 줄, 주소 한 번 읽기. [확인 필요: 호연] 평가 날짜·시간대는 10-16 신청 뒤 확정되면 표지 날짜를 고친다(10-21 또는 10-22).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팀원 셋과 팀원이 속한 회사 내부에서 직접 보고 판단할 때 쓰는 보드. 외부 서비스 아님. 하지 않는 것 네 가지, 하는 것 하나.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경험자는 차트 네 개를 번갈아 열어 눈으로 교차를 찾는다. 코드가 4시간마다 대신 계산하고, 맞았는지 스스로 채점하게 하자. 오른쪽은 시안 A 화면(카드 3개와 AI 요약).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일곱 단계를 번호 순서로. 수집, 지표 계산, 방향 판정, 점수, 확실한 신호, 보여 주기(화면·디스코드·AI 해설), 4시간 뒤 채점. AI는 여섯째 칸에서 숫자를 문장으로 옮기기만.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위에서 아래로. 큰 흐름은 4시간 MACD, 중간 정렬은 1시간 Stochastic과 StochRSI(둘 다 같아야 함), 타이밍은 15분 VPCI. 네 지표 모두 바이낸스 현물 캔들만으로 계산. 아래는 보드의 '겹쳐 보기' 그래프.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점수식 한 번 읽기. 4:2:1이라 MACD가 부호를 정한다. 셋이 모두 같은 방향이면 확실한 신호. +100은 네 지표가 모두 Long이라는 뜻이지 오를 확률 100%가 아님. 표의 '1시간 조건'은 수식의 '1시간 조건'과 같은 것(Stochastic+StochRSI 한 쌍).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탭 전환. (0:00) 홈 카드 큰 숫자 = 확신도, 당일 숫자 읽기. (0:20) 카드 클릭 → 지표 그래프, 따로/겹쳐. (0:40) AI 요약 → 근거 → 성적(n, 30건 미만은 표본 부족) → 시장 심리. (1:00) AI 분석 탭. (1:15) 공부 탭 한 번 → 슬라이드 복귀. 안 열리면 아래 링크로 예비 화면 7-1 – 7-4(8–11번, 숨김)로. 끝나면 12번으로.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슬라이드 1/4 (개요·대본의 7-1). 페이지가 안 열릴 때만 7번의 링크로 이동. '화면은 캡처입니다(캡션의 날짜)' 한 마디. 숫자는 캡처 숫자를 읽고 오늘 숫자는 보드에서. 끝나면 12번(AI 해설과 디스코드)으로.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슬라이드 2/4 (개요·대본의 7-2). 페이지가 안 열릴 때만 7번의 링크로 이동. '화면은 캡처입니다(캡션의 날짜)' 한 마디. 숫자는 캡처 숫자를 읽고 오늘 숫자는 보드에서. 끝나면 12번(AI 해설과 디스코드)으로.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슬라이드 3/4 (개요·대본의 7-3). 페이지가 안 열릴 때만 7번의 링크로 이동. '화면은 캡처입니다(캡션의 날짜)' 한 마디. 숫자는 캡처 숫자를 읽고 오늘 숫자는 보드에서. 끝나면 12번(AI 해설과 디스코드)으로.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슬라이드 4/4 (개요·대본의 7-4). 페이지가 안 열릴 때만 7번의 링크로 이동. '화면은 캡처입니다(캡션의 날짜)' 한 마디. 숫자는 캡처 숫자를 읽고 오늘 숫자는 보드에서. 끝나면 12번(AI 해설과 디스코드)으로.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방향과 점수는 코드. GPT는 입력 숫자만으로 문장을 쓴다. 금지 표현이나 입력에 없는 숫자가 걸리면 정해진 문장 틀로 대신. 디스코드는 확실한 신호가 새로 켜지거나 방향이 바뀔 때만. 오른쪽 아래 말풍선은 04_엔진/notify.py build_alert의 메시지 형식을 글로 흉내 낸 것(가격·뉴스는 자리만). [캡처로 교체] 발표 전 디스코드 #신호 채널의 실제 메시지(10-06 이후) 캡처로 말풍선을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공개 API만, 비용 0원. 맥 한 대에서 15분마다 수집하고, 매시 7분에 확인해 바뀌었을 때만(최소 3시간에 한 번) 정적 스냅샷을 Vercel에 올려 맥이 꺼져도 마지막 화면이 남는다. 흐름은 수집 → 엔진 → API →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과거 재현 방향 적중 48–49%는 '항상 Long' 50–51%와 같은 수준. 확실한 신호도 같은 시점 항상 Long과 비슷. 실시간은 며칠치라 표본이 작다. '작은 표본을 있는 그대로 보고하는 것이 1차 성공 기준입니다.' 금지: 운영 중인 서비스, 28.6만 건, 우위, 목표 수익률. 발표 전날 실시간 표를 board.json으로 갱신(03_숫자_한벌 §5). '규칙 버전 5개 합산' = 운영 중 규칙을 네 번 바꿔 버전이 5개가 됐고 모두 합쳐 센 것. 규칙 해시(be0ceb211f5b-temp)는 맨 아래 각주에만 있고 읽지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계산 오류가 아니다(검산과 독립 검토). 진입 조건을 매 4시간 방향 예측으로 채점했고, 4시간봉에는 약한 되돌림이 있다. 성적을 보고 규칙을 바꾸지 않았고, 기준선과 '추격 주의'를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세 사람. 정미: 코인 도메인, 판정 규칙(조건서), 뉴스 프롬프트, 해설 검토. 수향: 코드 리뷰, 팀장, 평가 신청, 발표(예정, 10-16 신청 때 확정). 호연: 수집, 엔진, API, 화면, 디스코드, 채점, 문서.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네 줄. 개발은 Claude, 코드 정확성은 GPT가 독립 검토(기획 준수와 화면은 Claude Fable), 운영 중 문장은 GPT, 출처 조사는 Aside(브라우저로 자료를 찾는 AI 에이전트). 검토 9회차(10-01부터 10-04), 지적과 반영은 기록으로 남김. 발표 전 회차가 늘면 대본·공부 06·07과 함께 갱신.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규칙은 조건서 확인 항목이 남아 '임시'. 15분 확실한 신호와 뉴스 브리핑 칸은 미구현. 표본이 쌓이면 적중률(2차 기준)을 다시 본다. 오른쪽 위는 보드 상단 기준 줄의 '임시 규칙' 표시를 확대한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0:10. 한 문장. 맞히는 신호가 아니라, 같은 기준으로 재서 기준선과 함께 보여 주는 도구. 주소 두 개. 감사합니다. (저장소가 비공개면 평가 전 공개 전환 [확인 필요: 호연])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Top 3 Crypto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kimble/01_Projects/Cripto analysis/01_운영/발표/_렌더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914400" cy="914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Top 3 Crypto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비트코인, 이더리움, 리플이 지금 Long 쪽인지 Short 쪽인지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4시간마다 한 화면에 보여 주는 내부용 보드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공정미  문수향  김호연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top3-crypto.vercel.app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2026-10-21 </a:t>
            </a:r>
            <a:r>
              <a:rPr lang="en-US" sz="1200" dirty="0" err="1">
                <a:solidFill>
                  <a:schemeClr val="tx2"/>
                </a:solidFill>
              </a:rPr>
              <a:t>평가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발표</a:t>
            </a:r>
            <a:endParaRPr lang="en-US" sz="1200" dirty="0">
              <a:solidFill>
                <a:schemeClr val="tx2"/>
              </a:solidFill>
              <a:ea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누가, 왜 쓰나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120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쓰는 사람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팀원 3명과 팀원이 속한 회사 내부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34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외부에 공개하는 서비스가 아닙니다.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코인 경험자가 손으로 보던 지표를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같은 기준으로 매번 재서 보여 줍니다.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하지 않는 것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회원 가입, 결제, 광고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매수, 매도 권유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AI가 방향을 추측하기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적중률을 우위처럼 말하기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하는 것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892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같은 기준으로 재서, 기준선과 함께 보여 주기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출발점: 지표를 손으로 보는 수고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손으로 보던 방식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차트 4개를 번갈아 열고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교차가 났는지 눈으로 찾고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셋이 같은 방향인지 외우고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맞았는지는 기억에 의존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보드 한 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코드가 4시간마다 같은 식으로 계산하고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4시간 뒤 스스로 채점합니다.</a:t>
            </a:r>
            <a:endParaRPr lang="en-US" sz="1800" dirty="0"/>
          </a:p>
        </p:txBody>
      </p:sp>
      <p:pic>
        <p:nvPicPr>
          <p:cNvPr id="11" name="Image 0" descr="/Users/kimble/01_Projects/Cripto analysis/01_운영/발표/_렌더/img/apc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486400" cy="32918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350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화면 시안 A, 카드 3개와 AI 요약 (2026-10-06 캡처)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어떻게 돌아가나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① 수집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15분마다 바이낸스 캔들, 공포탐욕지수, 뉴스를 받습니다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② 지표 계산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2011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4시간봉이 닫히면 MACD, Stochastic과 StochRSI, VPCI를 계산합니다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③ 방향 판정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011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지표마다 Long, Short, 없음 중 하나로 정합니다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④ 점수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2011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4:2:1 가중치로 합쳐 -100부터 +100 사이 확신도를 냅니다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04962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⑤ 확실한 신호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2049628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셋이 같은 방향(AND)이고 순서 조건까지 맞을 때만 켜집니다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64228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3854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⑥ 보여 주기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838548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화면과 디스코드로 내보내고, AI는 숫자를 문장으로 옮깁니다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53148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62746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⑦ 채점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627468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4시간 뒤 다음 봉 종가로 맞았는지 기록합니다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한국 시각 01, 05, 09, 13, 17, 21시에 판정합니다. 방향과 점수는 코드가 정하고 AI는 바꾸지 않습니다.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발표자용 공부 04 '한 줄', 공부노트 7장 §7-1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지표 4개와 시간대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60776"/>
              </p:ext>
            </p:extLst>
          </p:nvPr>
        </p:nvGraphicFramePr>
        <p:xfrm>
          <a:off x="640080" y="1371600"/>
          <a:ext cx="10881357" cy="2084832"/>
        </p:xfrm>
        <a:graphic>
          <a:graphicData uri="http://schemas.openxmlformats.org/drawingml/2006/table">
            <a:tbl>
              <a:tblPr/>
              <a:tblGrid>
                <a:gridCol w="2356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신뢰도 순서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지표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봉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무엇을 보나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① 큰 흐름 (가장 신뢰)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MACD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4시간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빠른 평균과 느린 평균의 차이가 시그널선 위인지 아래인지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② 중간 정렬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Stochastic 그리고 StochRSI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1시간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최근 범위에서 지금 가격(또는 RSI)이 어디쯤인지, 둘이 같은 방향인지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③ 타이밍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VPCI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15분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거래량이 가격 움직임을 뒷받침하는지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/Users/kimble/01_Projects/Cripto analysis/01_운영/발표/_렌더/img/char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8503920" cy="2029968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640080" y="5989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보드 지표 그래프, MACD 4시간과 Stochastic 1시간을 겹쳐 본 모습 (10-06 캡처)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9418320" y="3931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큰 흐름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→ 중간 정렬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→ 타이밍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네 지표 모두 바이낸스 현물 캔들만 씁니다.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941832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기획서 ver3 §3-1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확신도와 확실한 신호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점수 = 100 × (4×MACD + 2×1시간 조건 + 1×VPCI) ÷ 7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8229600" cy="334670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MACD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1시간 조건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(Stochastic+StochRSI)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VPCI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점수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표시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+100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확실한 신호 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+71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 우세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+57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 우세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+43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 우세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+14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MACD만 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Long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-14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MACD만 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-100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확실한 신호 Short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+100은 '네 지표가 모두 Long'이라는 뜻입니다. 오를 확률 100%가 아닙니다.</a:t>
            </a:r>
            <a:endParaRPr lang="en-US" sz="1600" dirty="0"/>
          </a:p>
        </p:txBody>
      </p:sp>
      <p:pic>
        <p:nvPicPr>
          <p:cNvPr id="3" name="Image 0" descr="/Users/kimble/01_Projects/Cripto analysis/01_운영/발표/_렌더/img/now_b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965960"/>
            <a:ext cx="2468880" cy="217627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09828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카드의 큰 숫자가 확신도, 배지가 확실한 신호 (10-06 캡처)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909828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기획서 ver3 §3-3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지금 보드를 열어 보겠습니다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top3-crypto.vercel.app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홈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3017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카드의 큰 숫자가 확신도, 배지는 확실한 신호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84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그래프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35844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카드를 누르면 지표 4칸, 따로 또는 겹쳐 보기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151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근거와 성적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415137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지표별 값과 판정, 운영 기록과 과거 재현, 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718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AI 분석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47183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4시간마다 정량, 정성, 성적 리포트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2852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공부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52852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출처와 확인 시각이 붙은 공부 노트</a:t>
            </a:r>
            <a:endParaRPr lang="en-US" sz="1800" dirty="0"/>
          </a:p>
        </p:txBody>
      </p:sp>
      <p:sp>
        <p:nvSpPr>
          <p:cNvPr id="16" name="Text 13">
            <a:hlinkClick r:id="rId3" action="ppaction://hlinksldjump" tooltip="예비 화면으로"/>
          </p:cNvPr>
          <p:cNvSpPr txBox="1"/>
          <p:nvPr/>
        </p:nvSpPr>
        <p:spPr>
          <a:xfrm>
            <a:off x="64008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tx2"/>
                </a:solidFill>
                <a:hlinkClick r:id="rId3" action="ppaction://hlinksldjump" tooltip="예비 화면으로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페이지가 안 열리면 → 예비 화면 7-1 (8번)</a:t>
            </a:r>
            <a:endParaRPr lang="en-US" sz="1400" dirty="0"/>
          </a:p>
        </p:txBody>
      </p:sp>
      <p:pic>
        <p:nvPicPr>
          <p:cNvPr id="17" name="Image 0" descr="/Users/kimble/01_Projects/Cripto analysis/01_운영/발표/_렌더/img/aph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280160"/>
            <a:ext cx="2743200" cy="33649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8696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휴대폰 화면, 카드 3개 (시안 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예비 화면 7-1: 홈</a:t>
            </a:r>
            <a:endParaRPr lang="en-US" sz="3000" dirty="0"/>
          </a:p>
        </p:txBody>
      </p:sp>
      <p:pic>
        <p:nvPicPr>
          <p:cNvPr id="4" name="Image 0" descr="/Users/kimble/01_Projects/Cripto analysis/01_운영/발표/_렌더/img/apc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8" y="1371600"/>
            <a:ext cx="7863840" cy="47183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163928" y="6172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홈, 카드 3개와 AI 요약 (시안 A, 10-06 캡처)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예비 화면 7-2: 지표 그래프</a:t>
            </a:r>
            <a:endParaRPr lang="en-US" sz="3000" dirty="0"/>
          </a:p>
        </p:txBody>
      </p:sp>
      <p:pic>
        <p:nvPicPr>
          <p:cNvPr id="4" name="Image 0" descr="/Users/kimble/01_Projects/Cripto analysis/01_운영/발표/_렌더/img/char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08" y="1371600"/>
            <a:ext cx="8412480" cy="44165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889608" y="6172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지표 그래프, 겹쳐 보기 (10-06 캡처)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예비 화면 7-3: 성적 칸</a:t>
            </a:r>
            <a:endParaRPr lang="en-US" sz="3000" dirty="0"/>
          </a:p>
        </p:txBody>
      </p:sp>
      <p:pic>
        <p:nvPicPr>
          <p:cNvPr id="4" name="Image 0" descr="/Users/kimble/01_Projects/Cripto analysis/01_운영/발표/_렌더/img/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568" y="1371600"/>
            <a:ext cx="676656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12568" y="6172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성적 칸: 운영 전체, 지금 규칙, 과거 재현을 n과 함께 (10-07 09:00 분석, 실시간 캡처)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예비 화면 7-4: 공부 탭</a:t>
            </a:r>
            <a:endParaRPr lang="en-US" sz="3000" dirty="0"/>
          </a:p>
        </p:txBody>
      </p:sp>
      <p:pic>
        <p:nvPicPr>
          <p:cNvPr id="4" name="Image 0" descr="/Users/kimble/01_Projects/Cripto analysis/01_운영/발표/_렌더/img/stud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88" y="1371600"/>
            <a:ext cx="8046720" cy="46360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072488" y="6172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공부 탭 첫 화면 (10-06 캡처)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해설과 디스코드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417320"/>
            <a:ext cx="5212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AI가 하는 것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93852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계산된 숫자를 문장으로 옮기기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4시간마다 정량, 정성, 성적 리포트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검사에 걸리면 정해진 문장 틀로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309360" y="1417320"/>
            <a:ext cx="5212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AI가 하지 않는 것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93852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방향이나 점수 정하기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입력에 없는 숫자 쓰기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매수, 매도 권유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디스코드 알림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490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확실한 신호가 새로 켜지거나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방향이 바뀔 때만 보냅니다.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4시간마다 정기 전송은 하지 않습니다.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983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메시지에 들어가는 것: 확신도와 세 시간대 화살표, 현재가와 24시간 변화, AI 한 줄 해설, 최근 24시간 관련 뉴스 3건, "정보 제공용이며 투자 권유가 아닙니다"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33832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313338"/>
          </a:solidFill>
          <a:ln w="12700">
            <a:solidFill>
              <a:srgbClr val="3133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3547872"/>
            <a:ext cx="384048" cy="384048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3566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Top 3 Crypto  BOT  ·  10-07 09:05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931920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8ECF4"/>
                </a:solidFill>
              </a:rPr>
              <a:t>BTC 확실한 신호 Short · 확신도 -100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CF4"/>
                </a:solidFill>
              </a:rPr>
              <a:t>10-07 09:00 분석 · 4시간▼ 1시간▼ 15분▼ · 켜지기 전 24시간 +0.3%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BF"/>
                </a:solidFill>
              </a:rPr>
              <a:t>현재가 · 24시간 변화 · 고가 / 저가  (당일 숫자)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BF"/>
                </a:solidFill>
              </a:rPr>
              <a:t>└ AI 한 줄 해설 (입력에 있는 숫자만)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CF4"/>
                </a:solidFill>
              </a:rPr>
              <a:t>관련 뉴스  •  최근 24시간 뉴스 3건, 제목과 출처와 시각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ADE2"/>
                </a:solidFill>
              </a:rPr>
              <a:t>top3-crypto.vercel.app · 정보 제공용이며 투자 권유가 아닙니다.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6035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디스코드 메시지의 생김새 (글로 만든 예시, 10-07 09:00 BTC 신호 기준)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80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04_엔진/README.md '4시간 판정에서 하는 일' 5–7번, 04_엔진/notify.py build_alert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데이터와 구조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8229600" cy="1901952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출처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용도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캔들 15분, 1시간, 4시간 (2017-08부터)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바이낸스 현물 USDT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지표 계산과 채점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공포탐욕지수 (2018-02부터)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alternative.me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시장 심리 표시, 점수에는 안 넣음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뉴스 제목 (2026-10-03부터)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네이버 뉴스 API, GDELT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알림과 리포트의 정성 단락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전부 공개 API, 비용 0원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수집 →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011680" y="41605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15분마다 캔들, 공포탐욕지수, 뉴스를 받아 저장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6177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엔진 →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46177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지표, 판정, 점수, 채점, AI 해설과 리포트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074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API →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50749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읽기 전용 FastAPI, 화면이 데이터를 읽는 창구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5532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화면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55321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정적 HTML 보드, Vercel에 스냅샷으로 배포</a:t>
            </a:r>
            <a:endParaRPr lang="en-US" sz="1800" dirty="0"/>
          </a:p>
        </p:txBody>
      </p:sp>
      <p:sp>
        <p:nvSpPr>
          <p:cNvPr id="3" name="Shape 10"/>
          <p:cNvSpPr/>
          <p:nvPr/>
        </p:nvSpPr>
        <p:spPr>
          <a:xfrm>
            <a:off x="9098280" y="141732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243052"/>
          </a:solidFill>
          <a:ln w="12700">
            <a:solidFill>
              <a:srgbClr val="24305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32688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맥 한 대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19659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15분마다 수집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4시간마다 판정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바뀔 때만 Vercel 배포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(매시 7분 확인)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맥이 꺼져도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32688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마지막 화면과 분석 시각이 남습니다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README §데이터·§실행 (2026-10-07 기준)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정직한 숫자: 과거 재현과 실시간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과거 재현  2024-01-01부터 2026-10-03 05:00 KST 전까지, 같은 규칙을 과거 4시간봉마다 적용 (10-06 계산)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680960" cy="1767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BTC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ETH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XRP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방향 적중 (n)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49.0% (6,035)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49.2% (6,033)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48.3% (6,009)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기준 '항상 Long' 전체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51.2%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50.7%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49.8%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확실한 신호 적중 (n)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47.5% (570)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50.2% (562)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47.0% (575)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시점 '항상 Long'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49.8%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53.2%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49.4%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실시간  첫 분석 10-03 05:00 KST, 채점 집계는 10-03 09:00부터. 10-07 09:00 분석 스냅샷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97680"/>
          <a:ext cx="7680960" cy="106070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운영 전체 방향 판정 (규칙 버전 5개 합산)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35 / 81 적중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운영 전체 확실한 신호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 / 14  (같은 시점 항상 Long 8 / 14)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지금 규칙 (10-06 17:00부터)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종목당 채점 4건, 표본 부족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1325880"/>
            <a:ext cx="2971800" cy="4480560"/>
          </a:xfrm>
          <a:prstGeom prst="roundRect">
            <a:avLst>
              <a:gd name="adj" fmla="val 3692"/>
            </a:avLst>
          </a:prstGeom>
          <a:solidFill>
            <a:srgbClr val="243052"/>
          </a:solidFill>
          <a:ln w="12700">
            <a:solidFill>
              <a:srgbClr val="24305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82396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</a:rPr>
              <a:t>작은 표본,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</a:rPr>
              <a:t>정직 보고</a:t>
            </a:r>
            <a:endParaRPr lang="en-US" sz="2600" dirty="0"/>
          </a:p>
        </p:txBody>
      </p:sp>
      <p:sp>
        <p:nvSpPr>
          <p:cNvPr id="10" name="Text 5"/>
          <p:cNvSpPr txBox="1"/>
          <p:nvPr/>
        </p:nvSpPr>
        <p:spPr>
          <a:xfrm>
            <a:off x="8823960" y="29260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방향 적중은 '항상 Long'과 같은 수준입니다.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맞을 때 0.68%, 틀릴 때 0.65% (BTC). 수수료 뒤 우위는 미확인.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이것이 성공 기준 1차입니다.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규칙 be0ceb211f5b-temp. 04_엔진/reports/replay_summary.md, 05_프론트/dist/data/board.json. 확인 기간은 규칙 변경 때 본 기록이 있어 '재사용'.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낮은가, 그래서 무엇을 했나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사실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계산 오류가 아닙니다. 코드와 통계를 세 갈래로 따로 감사했습니다.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진입 조건을 매 4시간 방향 예측으로 채점했습니다.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4시간봉에는 약한 되돌림이 있어 큰 움직임 뒤 신호가 자주 틀립니다.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그래서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6634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성적을 보고 규칙을 바꾸지 않았습니다.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화면에 '추격 주의'와 기준선 '항상 Long'을 함께 보여 줍니다.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참고 기간 2018–2023, 확실한 신호 전 24시간에 같은 방향 5% 이상 움직인 뒤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011680"/>
          <a:ext cx="4572000" cy="14142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종목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4시간 뒤 방향대로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BTC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149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40.9%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ETH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220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42.3%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XRP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205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33.7%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85800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화면에서는 이 경우 '추격 주의'를 붙입니다.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공부노트 7장 §7-6-2, replay_summary.md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역할 분담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153619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이름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역할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DADE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 일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공정미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코인 도메인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판정 규칙(조건서), 뉴스 프롬프트, 해설 검토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문수향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코드 리뷰, 팀장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평가 신청, 발표(예정)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김호연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개발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E8ECF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수집, 엔진, API, 화면, 디스코드, 채점, 기획서와 회의록</a:t>
                      </a:r>
                      <a:endParaRPr lang="en-US" sz="1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/Users/kimble/01_Projects/Cripto analysis/01_운영/발표/_렌더/img/apc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6309360" cy="24323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223760" y="3657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결과물 한 장에 세 사람의 몫이 있습니다.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7223760" y="41605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카드의 판정 규칙: 정미의 조건서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화면과 계산, 채점: 호연의 개발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코드 리뷰와 제출: 수향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7223760" y="5760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README §역할, 2차 회의록(10-02). 캡처는 시안 A(10-06)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AI를 어떻게 썼나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개발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1463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Claude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874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기획서 ver3를 기준으로 코드와 문서 작성, 사람이 지시하고 확인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독립 검토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2359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GPT, Claude Fable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7706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코드 정확성은 GPT, 기획 준수와 화면은 Fable. 개발한 모델과 다른 모델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55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운영 중 문장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325526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GPT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3666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AI 해설과 심층 리포트, 입력에 있는 숫자만 사용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151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출처 조사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415137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Aside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456285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브라우저로 자료를 찾는 AI 에이전트. 지표 원문과 측정 방식 조사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검토 9회차(10-01부터 10-04), 회차마다 지적 수와 반영을 기록했습니다. 예: 화살표 셋이 ▲인데 Short로 보이던 문제 → 'MACD만 Short' 라벨.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07_AI활용(팀내공유)/검토_반영_기록.md (2026-10-04 갱신)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한계와 다음 할 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지금의 한계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74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판정 규칙은 조건서 확인 항목이 남아 화면에 '임시'로 표시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15분 기준 확실한 신호는 아직 미구현(4시간마다만 판정)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뉴스 브리핑 칸과 시안 방향은 팀 결정 뒤 반영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다음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091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실시간 표본이 쌓이면 적중률을 다시 봅니다. 성공 기준 2차.</a:t>
            </a:r>
            <a:endParaRPr lang="en-US" sz="1800" dirty="0"/>
          </a:p>
        </p:txBody>
      </p:sp>
      <p:pic>
        <p:nvPicPr>
          <p:cNvPr id="10" name="Image 0" descr="/Users/kimble/01_Projects/Cripto analysis/01_운영/발표/_렌더/img/now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257800" cy="5074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상단 기준 줄의 '임시 규칙' 표시 (확대)</a:t>
            </a:r>
            <a:endParaRPr lang="en-US" sz="1300" dirty="0"/>
          </a:p>
        </p:txBody>
      </p:sp>
      <p:pic>
        <p:nvPicPr>
          <p:cNvPr id="12" name="Image 1" descr="/Users/kimble/01_Projects/Cripto analysis/01_운영/발표/_렌더/img/now_header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468880"/>
            <a:ext cx="5257800" cy="17876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같은 기준 줄과 카드 3개 (10-06 캡처)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README §다음 할 일 (2026-10-07)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6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kimble/01_Projects/Cripto analysis/01_운영/발표/_렌더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914400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chemeClr val="tx1"/>
                </a:solidFill>
              </a:rPr>
              <a:t>맞히는 신호가 아니라,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chemeClr val="tx1"/>
                </a:solidFill>
              </a:rPr>
              <a:t>같은 기준으로 재서 기준선과 함께 보여 주는 도구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Top 3 Crypto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top3-crypto.vercel.app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897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accent1"/>
                </a:solidFill>
              </a:rPr>
              <a:t>https://github.com/kimble125/top3-crypto-final</a:t>
            </a:r>
            <a:endParaRPr lang="ko-KR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p3 Dark">
  <a:themeElements>
    <a:clrScheme name="Top3 Dark">
      <a:dk1>
        <a:srgbClr val="E8ECF4"/>
      </a:dk1>
      <a:lt1>
        <a:srgbClr val="0B1220"/>
      </a:lt1>
      <a:dk2>
        <a:srgbClr val="9AA6BF"/>
      </a:dk2>
      <a:lt2>
        <a:srgbClr val="16213A"/>
      </a:lt2>
      <a:accent1>
        <a:srgbClr val="5DADE2"/>
      </a:accent1>
      <a:accent2>
        <a:srgbClr val="F2B65A"/>
      </a:accent2>
      <a:accent3>
        <a:srgbClr val="3FBF8F"/>
      </a:accent3>
      <a:accent4>
        <a:srgbClr val="E06C6C"/>
      </a:accent4>
      <a:accent5>
        <a:srgbClr val="7C8DB5"/>
      </a:accent5>
      <a:accent6>
        <a:srgbClr val="243052"/>
      </a:accent6>
      <a:hlink>
        <a:srgbClr val="5DADE2"/>
      </a:hlink>
      <a:folHlink>
        <a:srgbClr val="9AA6BF"/>
      </a:folHlink>
    </a:clrScheme>
    <a:fontScheme name="Top3 Dark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19</Slides>
  <Notes>19</Notes>
  <HiddenSlides>4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Top3 Dark</vt:lpstr>
      <vt:lpstr>Top 3 Crypto</vt:lpstr>
      <vt:lpstr>누가, 왜 쓰나</vt:lpstr>
      <vt:lpstr>출발점: 지표를 손으로 보는 수고</vt:lpstr>
      <vt:lpstr>어떻게 돌아가나</vt:lpstr>
      <vt:lpstr>지표 4개와 시간대</vt:lpstr>
      <vt:lpstr>확신도와 확실한 신호</vt:lpstr>
      <vt:lpstr>시연</vt:lpstr>
      <vt:lpstr>예비 화면 7-1: 홈</vt:lpstr>
      <vt:lpstr>예비 화면 7-2: 지표 그래프</vt:lpstr>
      <vt:lpstr>예비 화면 7-3: 성적 칸</vt:lpstr>
      <vt:lpstr>예비 화면 7-4: 공부 탭</vt:lpstr>
      <vt:lpstr>AI 해설과 디스코드</vt:lpstr>
      <vt:lpstr>데이터와 구조</vt:lpstr>
      <vt:lpstr>정직한 숫자: 과거 재현과 실시간</vt:lpstr>
      <vt:lpstr>왜 낮은가, 그래서 무엇을 했나</vt:lpstr>
      <vt:lpstr>역할 분담</vt:lpstr>
      <vt:lpstr>AI를 어떻게 썼나</vt:lpstr>
      <vt:lpstr>한계와 다음 할 일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Crypto 발표</dc:title>
  <dc:subject>PptxGenJS Presentation</dc:subject>
  <dc:creator>Top 3 팀</dc:creator>
  <cp:lastModifiedBy>Top 3 팀</cp:lastModifiedBy>
  <cp:revision>8</cp:revision>
  <dcterms:created xsi:type="dcterms:W3CDTF">2026-10-07T00:39:24Z</dcterms:created>
  <dcterms:modified xsi:type="dcterms:W3CDTF">2026-10-21T04:28:27Z</dcterms:modified>
</cp:coreProperties>
</file>